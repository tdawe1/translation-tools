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テストプレゼンテーション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これは日本語のテストです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コンテンツスライド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これは翻訳が必要な日本語のコンテンツです。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