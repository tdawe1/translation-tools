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ns0:sld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/>
      <ns0:sp>
        <ns0:nvSpPr>
          <ns0:cNvPr id="2" name="Title 1"/>
          <ns0:cNvSpPr>
            <ns1:spLocks noGrp="1"/>
          </ns0:cNvSpPr>
          <ns0:nvPr>
            <ns0:ph type="ctrTitle"/>
          </ns0:nvPr>
        </ns0:nvSpPr>
        <ns0:spPr/>
        <ns0:txBody>
          <ns1:bodyPr>
            <ns1:normAutofit fontScale="90000" lnSpcReduction="12000"/>
          </ns1:bodyPr>
          <ns1:lstStyle/>
          <ns1:p>
            <ns1:r>
              <ns1:t>Test Presentation</ns1:t>
            </ns1:r>
            <ns1:pPr>
              <ns1:lnSpc>
                <ns1:spcPct val="100000"/>
              </ns1:lnSpc>
            </ns1:pPr>
          </ns1:p>
        </ns0:txBody>
      </ns0:sp>
      <ns0:sp>
        <ns0:nvSpPr>
          <ns0:cNvPr id="3" name="Subtitle 2"/>
          <ns0:cNvSpPr>
            <ns1:spLocks noGrp="1"/>
          </ns0:cNvSpPr>
          <ns0:nvPr>
            <ns0:ph type="subTitle" idx="1"/>
          </ns0:nvPr>
        </ns0:nvSpPr>
        <ns0:spPr/>
        <ns0:txBody>
          <ns1:bodyPr>
            <ns1:normAutofit fontScale="90000" lnSpcReduction="12000"/>
          </ns1:bodyPr>
          <ns1:lstStyle/>
          <ns1:p>
            <ns1:r>
              <ns1:t>This is a Japanese test</ns1:t>
            </ns1:r>
            <ns1:pPr>
              <ns1:lnSpc>
                <ns1:spcPct val="100000"/>
              </ns1:lnSpc>
            </ns1:pPr>
          </ns1:p>
        </ns0:txBody>
      </ns0:sp>
    </ns0:spTree>
  </ns0:cSld>
  <ns0:clrMapOvr>
    <ns1:masterClrMapping/>
  </ns0:clrMapOvr>
</ns0:sld>
</file>

<file path=ppt/slides/slide2.xml><?xml version="1.0" encoding="utf-8"?>
<ns0:sld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/>
      <ns0:sp>
        <ns0:nvSpPr>
          <ns0:cNvPr id="2" name="Title 1"/>
          <ns0:cNvSpPr>
            <ns1:spLocks noGrp="1"/>
          </ns0:cNvSpPr>
          <ns0:nvPr>
            <ns0:ph type="title"/>
          </ns0:nvPr>
        </ns0:nvSpPr>
        <ns0:spPr/>
        <ns0:txBody>
          <ns1:bodyPr>
            <ns1:normAutofit fontScale="90000" lnSpcReduction="12000"/>
          </ns1:bodyPr>
          <ns1:lstStyle/>
          <ns1:p>
            <ns1:r>
              <ns1:t>Content Slide</ns1:t>
            </ns1:r>
            <ns1:pPr>
              <ns1:lnSpc>
                <ns1:spcPct val="100000"/>
              </ns1:lnSpc>
            </ns1:pPr>
          </ns1:p>
        </ns0:txBody>
      </ns0:sp>
      <ns0:sp>
        <ns0:nvSpPr>
          <ns0:cNvPr id="3" name="Content Placeholder 2"/>
          <ns0:cNvSpPr>
            <ns1:spLocks noGrp="1"/>
          </ns0:cNvSpPr>
          <ns0:nvPr>
            <ns0:ph idx="1"/>
          </ns0:nvPr>
        </ns0:nvSpPr>
        <ns0:spPr/>
        <ns0:txBody>
          <ns1:bodyPr>
            <ns1:normAutofit fontScale="90000" lnSpcReduction="12000"/>
          </ns1:bodyPr>
          <ns1:lstStyle/>
          <ns1:p>
            <ns1:r>
              <ns1:t>This is Japanese content that needs translation</ns1:t>
            </ns1:r>
            <ns1:pPr>
              <ns1:lnSpc>
                <ns1:spcPct val="100000"/>
              </ns1:lnSpc>
            </ns1:pPr>
          </ns1:p>
        </ns0:txBody>
      </ns0:sp>
    </ns0:spTree>
  </ns0:cSld>
  <ns0:clrMapOvr>
    <ns1:masterClrMapping/>
  </ns0:clrMapOvr>
</ns0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